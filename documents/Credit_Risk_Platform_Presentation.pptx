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platform for loan default prediction, explainability, and natural-language data access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NeoStats AI Engineer Internship — Candidate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bank-ready credit risk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data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application, bureau, prior-loan, and monthly repayment history — not just a single table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2549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by design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7296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prediction is backed by SHAP reasoning and auditable business rules, not a black box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data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288536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NL-to-SQL chatbot for non-technical stakeholders to explore the data directly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0566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404104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Dockerized, single-command deployment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3000" dirty="0"/>
          </a:p>
        </p:txBody>
      </p:sp>
      <p:pic>
        <p:nvPicPr>
          <p:cNvPr id="4" name="Image 0" descr="/home/claude/credit_risk_platform/document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5166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feature engineering, not just one CSV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on this dataset use application_train.csv alone. This platform joins three additional tables — aggregated in SQL for speed on 10M+ row tables — to capture signal a single-table model would miss.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307,511 rows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applicant demographics &amp; loan terms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credit bureau history — active/overdue loans, debt ratios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previous_applications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applicant's prior loans with the same lender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233172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17736" y="25603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pos_cash_balance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17736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10M rows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17736" y="352044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days-past-due (DPD) — direct repayment behavior signal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152 features across 4 tables, feeding a single unified model.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 before any model is built</a:t>
            </a:r>
            <a:endParaRPr lang="en-US" sz="3000" dirty="0"/>
          </a:p>
        </p:txBody>
      </p:sp>
      <p:pic>
        <p:nvPicPr>
          <p:cNvPr id="4" name="Image 0" descr="/home/claude/credit_risk_platform/notebooks/eda_charts/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3200400"/>
          </a:xfrm>
          <a:prstGeom prst="rect">
            <a:avLst/>
          </a:prstGeom>
        </p:spPr>
      </p:pic>
      <p:pic>
        <p:nvPicPr>
          <p:cNvPr id="5" name="Image 1" descr="/home/claude/credit_risk_platform/notebooks/eda_charts/04_default_by_bureau_overd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30352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548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8.07% of applicants default — a naive "approve everyone" model would be 92% "accurate" and useless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overdue external bureau loan nearly doubles default risk (15.9% vs 8.0%)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with an evidence-based imbalance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0.778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0.273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0.5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66.2%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152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(~8% default rate): scale_pos_weight vs SMOTE — tested, not assumed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64240" cy="1280160"/>
        </p:xfrm>
        <a:graphic>
          <a:graphicData uri="http://schemas.openxmlformats.org/drawingml/2006/table">
            <a:tbl>
              <a:tblPr/>
              <a:tblGrid>
                <a:gridCol w="4114800"/>
                <a:gridCol w="2743200"/>
                <a:gridCol w="420624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ROC-AUC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scale_pos_weight (production)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C9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Simpler, faster, no synthetic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(0.5 ratio)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Statistically indistinguishable (difference = 0.001)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ROC-AUC / PR-AUC, not accuracy — accuracy is misleading under 8% class imbalance.</a:t>
            </a:r>
            <a:endParaRPr lang="en-US" sz="1250" dirty="0"/>
          </a:p>
        </p:txBody>
      </p:sp>
      <p:pic>
        <p:nvPicPr>
          <p:cNvPr id="19" name="Image 0" descr="/home/claude/credit_risk_platform/documents/eval_char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5193792"/>
            <a:ext cx="7315200" cy="14813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auditable reasons behind every prediction</a:t>
            </a:r>
            <a:endParaRPr lang="en-US" sz="3000" dirty="0"/>
          </a:p>
        </p:txBody>
      </p:sp>
      <p:pic>
        <p:nvPicPr>
          <p:cNvPr id="4" name="Image 0" descr="/home/claude/credit_risk_platform/documents/screenshots/04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TreeExplainer — exact SHAP values for gradient-boosted trees, not an approximation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Per-applicant: top features, direction, and a plain-English summary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beeswarm plot across a 2,000-applicant sample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correctly flagged 22 active bureau loans + 70.7% refusal rate on a genuinely-defaulted applicant (p=0.955)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ML output and credit policy</a:t>
            </a:r>
            <a:endParaRPr lang="en-US" sz="3000" dirty="0"/>
          </a:p>
        </p:txBody>
      </p:sp>
      <p:pic>
        <p:nvPicPr>
          <p:cNvPr id="4" name="Image 0" descr="/home/claude/credit_risk_platform/documents/screenshots/05_business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top-25 model features and surfaces any bin where default rate is materially above baseline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backed by measured lift + support (n), not just model-internal importance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a policy team independent of trusting the ML model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Low-skill Laborers default at 2.12x baseline (n=2,093)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TALK-TO-DATA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NL-to-SQL with guardrails enforced in code</a:t>
            </a:r>
            <a:endParaRPr lang="en-US" sz="3000" dirty="0"/>
          </a:p>
        </p:txBody>
      </p:sp>
      <p:pic>
        <p:nvPicPr>
          <p:cNvPr id="4" name="Image 0" descr="/home/claude/credit_risk_platform/documents/screenshots/06_talk_to_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00200"/>
            <a:ext cx="29260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LLM calls: SQL generation (temp 0.1) → grounded answer summarization from real returned rows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validator blocks: DDL/DML keywords, chained statements, hallucinated tables/columns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row-limiting + read-only DB connection as a second defense layer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 adversarial inputs (DROP TABLE, injection, fake tables) — all correctly blocked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verified working query patterns (exceeds the required 5)</a:t>
            </a:r>
            <a:endParaRPr lang="en-US" sz="118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five sections, real data throughout</a:t>
            </a:r>
            <a:endParaRPr lang="en-US" sz="3000" dirty="0"/>
          </a:p>
        </p:txBody>
      </p:sp>
      <p:pic>
        <p:nvPicPr>
          <p:cNvPr id="4" name="Image 0" descr="/home/claude/credit_risk_platform/documents/screenshots/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813048"/>
          </a:xfrm>
          <a:prstGeom prst="rect">
            <a:avLst/>
          </a:prstGeom>
        </p:spPr>
      </p:pic>
      <p:pic>
        <p:nvPicPr>
          <p:cNvPr id="5" name="Image 1" descr="/home/claude/credit_risk_platform/documents/screenshots/03b_risk_prediction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813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(KPIs from real data)                                              Risk Prediction (live scoring + risk band)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• dark navy/teal design system • IBM Plex Sans • responsive KPI cards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 the full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configure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 repo, copy .env.example → .env, add a free Groq API key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data &amp;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008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5 Kaggle CSVs → run loader, preprocessor, train, evaluate, rules scripts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04164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image and launches Streamlit on port 8501 — single command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206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• docker-compose.yml • .env.example — all in the repo root, per the required structure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Kaggle tables not yet joined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39112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bureau_balance.csv and credit_card_balance.csv would add further repayment signal on top of what's already used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7121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Risk-band thresholds are defaults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Low/Medium/High cutoffs should be tuned against a real bank's approval/loss economics in production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7822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form uses ~12 key fields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5312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~140 features filled from population medians/modes — a deliberate UX tradeoff for a demo interface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7550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monitoring/retraining pipeline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660136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deployment needs drift detection and scheduled retraining — out of scope here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 — built end-to-end with real data, tested at every stage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2026-09-06T14:14:21Z</dcterms:created>
  <dcterms:modified xsi:type="dcterms:W3CDTF">2026-09-06T14:14:21Z</dcterms:modified>
</cp:coreProperties>
</file>